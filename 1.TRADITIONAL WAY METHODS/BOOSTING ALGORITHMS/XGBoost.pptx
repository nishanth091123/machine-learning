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(Extreme Gradient Boosting)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engineered, regularized implementation of gradient boosting built for speed and scale. Adds second-order gradient information and explicit regularization to the classic objective.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It Works With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on large-scale structured and tabular datasets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 natively — no imputation required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sparse data, such as one-hot encoded features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dominant choice in machine learning competitions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0" cy="47091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trees using second-order gradients for faster convergence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L1/L2 regularization on leaf weights to control complexity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trees using an efficient, parallelized split-finding method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missing values automatically to the best default branch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trees with shrinkage and optional early stopping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(Extreme Gradient Boosting)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training through parallelized computation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regularization reduces overfitting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data automatically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efficiently to large and distributed datasets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cross-validation and early stopping support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strong accuracy on structured-data tasks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(Extreme Gradient Boosting)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Disadvantages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hyperparameters require careful tuning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ensembles are harder to interpret than simple models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memory use from storing gradients and many trees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still overfit on small datasets without care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learning curve than simpler methods like AdaBoost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suited to unstructured data such as images or 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(Extreme Gradient Boosting)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2026-08-24T09:11:29Z</dcterms:created>
  <dcterms:modified xsi:type="dcterms:W3CDTF">2026-08-24T09:11:29Z</dcterms:modified>
</cp:coreProperties>
</file>