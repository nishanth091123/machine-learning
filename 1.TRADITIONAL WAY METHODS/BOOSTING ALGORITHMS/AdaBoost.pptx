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ALGORITHMS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Boosting (AdaBoost)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088136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boosting algorithm (Freund &amp; Schapire, 1996). Combines many simple weak classifiers, typically one-level decision stumps, into a single accurate classifier, mainly for binary classification.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It Works With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402336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on clean, well-labeled, structured/tabular data</a:t>
            </a: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any base learner, most commonly decision stumps</a:t>
            </a: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Small-to-medium datasets train fastest</a:t>
            </a:r>
            <a:endParaRPr lang="en-US" sz="12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noisy labels and outliers in the data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80760" y="1600200"/>
            <a:ext cx="0" cy="470916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600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0" y="201168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by giving every training sample an equal weight</a:t>
            </a: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weak learner and check which samples it got wrong</a:t>
            </a: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the weight of misclassified samples for the next round</a:t>
            </a: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the learner a vote weight based on its accuracy</a:t>
            </a: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for many rounds, then combine learners by weighted vote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Boosting (AdaBoost)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ALGORITHMS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Boosting — Advantages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088136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2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fast to implement, with minimal preprocessing</a:t>
            </a:r>
            <a:endParaRPr lang="en-US" sz="1600" dirty="0"/>
          </a:p>
          <a:p>
            <a:pPr marL="228600" indent="-228600">
              <a:lnSpc>
                <a:spcPct val="112000"/>
              </a:lnSpc>
              <a:spcAft>
                <a:spcPts val="2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weak learners into a highly accurate ensemble</a:t>
            </a:r>
            <a:endParaRPr lang="en-US" sz="1600" dirty="0"/>
          </a:p>
          <a:p>
            <a:pPr marL="228600" indent="-228600">
              <a:lnSpc>
                <a:spcPct val="112000"/>
              </a:lnSpc>
              <a:spcAft>
                <a:spcPts val="2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hyperparameters to tune, mainly the number of rounds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09360" y="196596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2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boost almost any weak classifier, not just trees</a:t>
            </a:r>
            <a:endParaRPr lang="en-US" sz="1600" dirty="0"/>
          </a:p>
          <a:p>
            <a:pPr marL="228600" indent="-228600">
              <a:lnSpc>
                <a:spcPct val="112000"/>
              </a:lnSpc>
              <a:spcAft>
                <a:spcPts val="2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Naturally highlights which features matter most</a:t>
            </a:r>
            <a:endParaRPr lang="en-US" sz="1600" dirty="0"/>
          </a:p>
          <a:p>
            <a:pPr marL="228600" indent="-228600">
              <a:lnSpc>
                <a:spcPct val="112000"/>
              </a:lnSpc>
              <a:spcAft>
                <a:spcPts val="2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Tends to generalize well when using simple weak learners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Boosting (AdaBoost)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ALGORITHMS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Boosting — Disadvantages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088136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2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noisy data and outliers in the training set</a:t>
            </a:r>
            <a:endParaRPr lang="en-US" sz="1600" dirty="0"/>
          </a:p>
          <a:p>
            <a:pPr marL="228600" indent="-228600">
              <a:lnSpc>
                <a:spcPct val="112000"/>
              </a:lnSpc>
              <a:spcAft>
                <a:spcPts val="2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is sequential and harder to parallelize</a:t>
            </a:r>
            <a:endParaRPr lang="en-US" sz="1600" dirty="0"/>
          </a:p>
          <a:p>
            <a:pPr marL="228600" indent="-228600">
              <a:lnSpc>
                <a:spcPct val="112000"/>
              </a:lnSpc>
              <a:spcAft>
                <a:spcPts val="2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overfit if run for too many rounds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09360" y="196596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2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 performance on high-dimensional, sparse data</a:t>
            </a:r>
            <a:endParaRPr lang="en-US" sz="1600" dirty="0"/>
          </a:p>
          <a:p>
            <a:pPr marL="228600" indent="-228600">
              <a:lnSpc>
                <a:spcPct val="112000"/>
              </a:lnSpc>
              <a:spcAft>
                <a:spcPts val="2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mainly for binary classification problems</a:t>
            </a:r>
            <a:endParaRPr lang="en-US" sz="1600" dirty="0"/>
          </a:p>
          <a:p>
            <a:pPr marL="228600" indent="-228600">
              <a:lnSpc>
                <a:spcPct val="112000"/>
              </a:lnSpc>
              <a:spcAft>
                <a:spcPts val="2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than bagging-based methods due to sequential steps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Boosting (AdaBoost)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2026-08-24T09:11:29Z</dcterms:created>
  <dcterms:modified xsi:type="dcterms:W3CDTF">2026-08-24T09:11:29Z</dcterms:modified>
</cp:coreProperties>
</file>