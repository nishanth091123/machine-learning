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Machines (GBM)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boosting as gradient descent in function space. Each new tree is trained to predict the residual errors of the current ensemble, minimizing a chosen loss function.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 Works With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and tabular data for regression or classification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 and feature interactions well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reasonably clean data — sensitive to heavy outliers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medium-large datasets with careful tuning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0" cy="47091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simple initial prediction, such as the mean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residual error for each training sample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new tree to predict those residuals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new tree to the ensemble, scaled by a learning rate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gradually reducing the overall loss each round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Machines (GBM)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Machines — 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outperforms single models and many other ensembles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any differentiable loss function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complex, non-linear patterns and interactions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feature importance to aid interpretation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 mix of numerical and encoded categorical features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mature, well-supported libraries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Machines (GBM)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Machines — Disadvantages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overfitting without careful tuning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slower due to its sequential nature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hyperparameters need careful, costly tuning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outliers, which can dominate later trees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parallelize across trees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ensembles are harder to interpret than one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Machines (GBM)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2026-08-24T09:11:29Z</dcterms:created>
  <dcterms:modified xsi:type="dcterms:W3CDTF">2026-08-24T09:11:29Z</dcterms:modified>
</cp:coreProperties>
</file>